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KB rules in production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18</c:v>
                </c:pt>
                <c:pt idx="3">
                  <c:v>28</c:v>
                </c:pt>
                <c:pt idx="4">
                  <c:v>40</c:v>
                </c:pt>
                <c:pt idx="5">
                  <c:v>55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brief quality (Tyr)</c:v>
                </c:pt>
              </c:strCache>
            </c:strRef>
          </c:tx>
          <c:spPr>
            <a:solidFill>
              <a:srgbClr val="1E3A5F"/>
            </a:solidFill>
            <a:ln w="3810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</c:v>
                </c:pt>
                <c:pt idx="1">
                  <c:v>68</c:v>
                </c:pt>
                <c:pt idx="2">
                  <c:v>72</c:v>
                </c:pt>
                <c:pt idx="3">
                  <c:v>76</c:v>
                </c:pt>
                <c:pt idx="4">
                  <c:v>80</c:v>
                </c:pt>
                <c:pt idx="5">
                  <c:v>83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Backlink win rate %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3 · TIME LEVERAGE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 spent per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 writing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60020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6002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2057400"/>
            <a:ext cx="6949440" cy="20116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8257032" y="2057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68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2368296"/>
            <a:ext cx="1853184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160776" y="23682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optimization brief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260604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606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34440" y="3063240"/>
            <a:ext cx="6949440" cy="20116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8257032" y="3063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374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34440" y="3374136"/>
            <a:ext cx="833933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2141525" y="33741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outreach (per send)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361188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6118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2.7×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40690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34440" y="4069080"/>
            <a:ext cx="6949440" cy="20116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8257032" y="4069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3799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34440" y="4379976"/>
            <a:ext cx="260604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913632" y="4379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time leverage. Real throughput depends on review depth + interruptions.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Operations · Outcome projection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3 · CAPACITY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Projected monthly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65960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9659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200–400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both brands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backlogged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508760"/>
            <a:ext cx="1965960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508760"/>
            <a:ext cx="196596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6916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BRIEFS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50–60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both brands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27889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748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 / brand / 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1965960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08760"/>
            <a:ext cx="1965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6916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SENDS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200–360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00600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both brands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110–220 / brand / mo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508760"/>
            <a:ext cx="1965960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508760"/>
            <a:ext cx="19659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6916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BACKLINKS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1965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13–23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903720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5% reply rate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27889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0372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5–11 / brand / 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520440"/>
            <a:ext cx="73152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301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HEADCOUNT — TWICE THE BRAND COVERAGE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39044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content specialist + 1 outreach specialist now serve G2G AND OffGamers in parallel — at higher per-brand throughput than the previous single-brand workflow.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Capacity-based projection at 5% reply rate. Traffic gain depends on quality + market conditions.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Operations · Outcome projection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3 · COMPOUNDING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6-month compounding effect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82296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260604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06908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1792" y="4297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live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gain only — no learning yet. KB has ~5 starter rules.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4069080"/>
            <a:ext cx="260604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406908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3410712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410712" y="4297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starts compounding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10712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KB rules. Brief reviews need fewer edits. Bifrost newsjack hooks lifting reply rate.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4069080"/>
            <a:ext cx="260604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406908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199632" y="4114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99632" y="4297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speed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99632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 rules. Tyr auto-promote rate up. Specialist 1 spends time on strategy, not drafting.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requires the team to actively run the feedback loop — not automatic.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G2G · OffGamers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Operations — Outcome &amp; Impact Projection</dc:title>
  <dc:subject>PptxGenJS Presentation</dc:subject>
  <dc:creator>Galih Priambodo</dc:creator>
  <cp:lastModifiedBy>Galih Priambodo</cp:lastModifiedBy>
  <cp:revision>1</cp:revision>
  <dcterms:created xsi:type="dcterms:W3CDTF">2026-05-08T02:58:37Z</dcterms:created>
  <dcterms:modified xsi:type="dcterms:W3CDTF">2026-05-08T02:58:37Z</dcterms:modified>
</cp:coreProperties>
</file>