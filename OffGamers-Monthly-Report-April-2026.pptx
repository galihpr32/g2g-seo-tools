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9FA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March 2026</c:v>
                  </c:pt>
                  <c:pt idx="1">
                    <c:v>April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59662</c:v>
                </c:pt>
                <c:pt idx="1">
                  <c:v>51309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7DD3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9FA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March 2026</c:v>
                  </c:pt>
                  <c:pt idx="1">
                    <c:v>April 2026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1752569</c:v>
                </c:pt>
                <c:pt idx="1">
                  <c:v>1099417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9FA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730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CA3A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1F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"/>
            <a:ext cx="4114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7DD3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SEO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 2026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March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OffGamers SEO Tools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655" y="6217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May 7,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2377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CLICKS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51.3K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-14%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1.1M impressions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79394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9394" y="1554480"/>
            <a:ext cx="54864" cy="2377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3714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3714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4.67%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653714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+37%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3714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position 8.2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0148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0148" y="1554480"/>
            <a:ext cx="54864" cy="2377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84468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84468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282K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84468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4468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381K conversions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40901" y="1554480"/>
            <a:ext cx="2602154" cy="237744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40901" y="1554480"/>
            <a:ext cx="54864" cy="2377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9315221" y="1737360"/>
            <a:ext cx="2053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15221" y="2057400"/>
            <a:ext cx="205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$4.12M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315221" y="297180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-44%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5221" y="3383280"/>
            <a:ext cx="20535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$7.36M prior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  </a:t>
            </a:r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Period: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 → 2026-04-30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Comparison:  </a:t>
            </a:r>
            <a:pPr indent="0" marL="0">
              <a:buNone/>
            </a:pPr>
            <a:r>
              <a:rPr lang="en-US" sz="1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 Monthly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 this month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4573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997098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dropped 44% — biggest single-month decline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revenue $7.4M → $4.1M (–$3.3M). Outpaces the 8% session decline + 11% conversion drop. Product-mix shift toward lower-AOV items + loss of high-value transactional traffic.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2978" y="155448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2978" y="1554480"/>
            <a:ext cx="3545738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51578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</a:rPr>
              <a:t>🩸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771437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97298" y="233172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Homepage hemorrhaging — −5,974 clicks alone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7298" y="324612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almost the entire traffic decline (–14% total). Single point-of-failure. Diagnose SERP feature displacement, branded query trends, algorithm volatility before May.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7317" y="155448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7317" y="1554480"/>
            <a:ext cx="354573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5917" y="1719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</a:rPr>
              <a:t>⚠️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0545775" y="1755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71637" y="233172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SEMrush tracking blackout for the entire month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1637" y="324612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tracked keywords, zero competitor data, zero SoV. Tooling failure — not a ranking wipeout. Must restore before May or we are flying blind for a second month.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00050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000500"/>
            <a:ext cx="354573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</a:rPr>
              <a:t>📈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997098" y="420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77774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 jumped 37% — quality of visibility improved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69214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 → 4.67%. Avg. position held at 8.2. Where we appear, we now click better — likely title-tag wins or SERP-feature captures. Lone bright spot in the GSC numbers.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22978" y="400050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22978" y="4000500"/>
            <a:ext cx="354573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551578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</a:rPr>
              <a:t>🚀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771437" y="420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97298" y="477774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Fintech / regional payment cards dominated gains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97298" y="569214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'n Go +181 clicks, Binance +95, Tango Coins +86, Razer Gold +74, Venmo +67. Category-expansion bet paying off — double down with topical authority + internal linking.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7317" y="4000500"/>
            <a:ext cx="3545738" cy="22174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97317" y="4000500"/>
            <a:ext cx="354573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8325917" y="41650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</a:rPr>
              <a:t>🔧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0545775" y="42016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71637" y="477774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Indexation + cannibalization issues bleeding traffic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71637" y="5692140"/>
            <a:ext cx="29970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/sso/login page picking up 62 organic clicks (should be noindexed). /id/ Binance –306 clicks while root Binance +95 — hreflang or duplicate-content cannibalization.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 Monthly 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SEARCH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performance trend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438912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38912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822960" y="1554480"/>
          <a:ext cx="1054577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 Monthly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SEARCH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pages by clicks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493776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937760"/>
          </a:xfrm>
          <a:prstGeom prst="rect">
            <a:avLst/>
          </a:prstGeom>
          <a:solidFill>
            <a:srgbClr val="0EA5E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45775" cy="914400"/>
        </p:xfrm>
        <a:graphic>
          <a:graphicData uri="http://schemas.openxmlformats.org/drawingml/2006/table">
            <a:tbl>
              <a:tblPr/>
              <a:tblGrid>
                <a:gridCol w="7802575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Page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Clicks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Impressions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/product/binance-gift-cards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/product/touch-n-go-gift-cards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/product/playstation-store-gift-cards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/product/tango-coins-gift-cards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/product/call-of-duty-mobile-direct-top-up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/id/product/binance-gift-cards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/product/paypal-gift-cards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9F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0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 Monthly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MONTH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action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32908" cy="14020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402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67148" y="1847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84708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212140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Restore SEMrush 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633472"/>
            <a:ext cx="424418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reconfigure the integration. Re-verify tracked keywords and competitor list. Backfill April data where possible. May reporting depends on this.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0148" y="1554480"/>
            <a:ext cx="5432908" cy="14020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0148" y="1554480"/>
            <a:ext cx="73152" cy="1402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8288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28655" y="1847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0268" y="184708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0268" y="212140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 homepage −5,974 click collapse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0268" y="2633472"/>
            <a:ext cx="424418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GSC query-level data. Cross-reference Google update timeline + SERP feature changes (AI Overviews, shopping carousels) + branded search trends.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85160"/>
            <a:ext cx="5432908" cy="14020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85160"/>
            <a:ext cx="73152" cy="1402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45948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59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67148" y="3477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347776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375208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 high-revenue product pages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8760" y="4264152"/>
            <a:ext cx="424418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Store (–369), CoD Mobile (–205), OnlyFans (–208). Audit technical/content/competitive. Refresh on-page with updated pricing, FAQs, comparisons. Combined ~782 clicks lost.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0148" y="3185160"/>
            <a:ext cx="5432908" cy="14020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0148" y="3185160"/>
            <a:ext cx="73152" cy="1402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4468" y="34594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484468" y="3459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728655" y="3477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70268" y="347776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0268" y="375208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 SSO indexation + /id/ cannibalization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70268" y="4264152"/>
            <a:ext cx="424418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noindex to /sso/login (62 clicks leaking to a non-content page). Audit /id/ Binance vs root Binance hreflang — they are cannibalizing each other (−306 vs +95).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815840"/>
            <a:ext cx="5432908" cy="14020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4815840"/>
            <a:ext cx="73152" cy="1402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" y="509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09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67148" y="5108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08760" y="510844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08760" y="538276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 down on fintech &amp; regional payment winners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508760" y="5894832"/>
            <a:ext cx="424418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'n Go, Binance, Tango Coins, Razer Gold, Venmo. Build buying guides, comparison pages, FAQ schema. Topical authority + internal linking around the gaining cluster.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0148" y="4815840"/>
            <a:ext cx="5432908" cy="1402080"/>
          </a:xfrm>
          <a:prstGeom prst="rect">
            <a:avLst/>
          </a:prstGeom>
          <a:solidFill>
            <a:srgbClr val="1A1F2A"/>
          </a:solidFill>
          <a:ln w="6350">
            <a:solidFill>
              <a:srgbClr val="27303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0148" y="4815840"/>
            <a:ext cx="73152" cy="1402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6484468" y="50901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484468" y="509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728655" y="51084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70268" y="5108448"/>
            <a:ext cx="342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9C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0268" y="538276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backlink acquisition campaign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70268" y="5894832"/>
            <a:ext cx="4244188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April: zero new backlinks. Target 8–12 quality placements in May focused on top 10 revenue pages. Gift card roundups, gaming press, fintech blogs.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OffGamers Monthly Report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85455" y="6492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OffGamers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OffGamers Monthly Report — April 2026</dc:title>
  <dc:subject>PptxGenJS Presentation</dc:subject>
  <dc:creator>OffGamers SEO Tools</dc:creator>
  <cp:lastModifiedBy>OffGamers SEO Tools</cp:lastModifiedBy>
  <cp:revision>1</cp:revision>
  <dcterms:created xsi:type="dcterms:W3CDTF">2026-05-07T00:38:05Z</dcterms:created>
  <dcterms:modified xsi:type="dcterms:W3CDTF">2026-05-07T00:38:05Z</dcterms:modified>
</cp:coreProperties>
</file>