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20040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0" y="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CONFIDENTIAL ·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Status Update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13716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Galih Priambodo  ·  Head of SEO  ·  14 May 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6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 ×  OFFGAMERS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Blind to Visible — ROI Now Tracked Weekly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dashboards updated weekly. No more manual reports.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6616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35661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65960"/>
            <a:ext cx="82296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vs manual baseline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shipped per week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activity breakdown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56616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554480"/>
            <a:ext cx="356616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1965960"/>
            <a:ext cx="82296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720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Impact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Keyword-level before/after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deltas per category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Attribution-aware comparison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1554480"/>
            <a:ext cx="356616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1554480"/>
            <a:ext cx="356616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0" y="1965960"/>
            <a:ext cx="82296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41248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Economics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12480" y="35204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detect to publish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article (API)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Topic-level lifecycle view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this — blind. Now — every Monday we see exactly what each agent contributed, ranking impact, and detect-to-publish velocity."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Replaces Manual — Human in Loop Only Where It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37160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26187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 auto-publish gates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00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 + Tier 2 briefs skip human review. Tier 1 stays manual — quality control + training data for AI.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1106424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13432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496312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96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38658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learning loop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7249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Tier 1 human edit feeds Tyr's threshold recommendation engine. AI gets smarter from top-tier reviews.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38144"/>
            <a:ext cx="1106424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38144"/>
            <a:ext cx="73152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621024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210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54480" y="351129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manual flows audited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84962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manual-flow-audit.md documents percentage automation per flow. Most under-100% flows have a planned ETA.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62856"/>
            <a:ext cx="1106424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562856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745736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457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554480" y="463600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 workflow 78% automated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97433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22% is manual posting on Reddit, Medium, forums. Researched open-crawl, n8n, Make.com — all show same limit: aggressive bot + AI-content detection. Auto-posting triggers shadowbans; manual posting preserves account standing.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loop for 2 reasons: Tier 1 quality + training AI. Not for production work.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 — Each Audience Gets What They Need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5120640"/>
                <a:gridCol w="219456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Pipeline Briefing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Newsjack opps, pipeline queue, agent activity, team contribs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Mon–Fri 07:00 WIB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GSC Daily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Clicks drops, index coverage, CWV degradation, or all-clear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08:00 WIB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Ranking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drops ≥3 pos, T2 fall-outs, or all-clear · per 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16:00 WIB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Tech-Debt Weekly Digest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items &gt;14d, or all-clear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09:00 WIB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Tech-Debt Real-time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high / critical priority 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(on insert)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Upload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expired / upload paused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feedback submissions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(on submit)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Weekly 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Per-brand scorecard: Top 3/10, gainers, losers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10:00 WIB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Performance Digest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saved, content shipped, agent 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09:00 WIB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Report (Publish)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KPIs, Tier status, watch list, top 3 priorities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08:00 → 15:00 WIB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LIVE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has a login-free public URL — no Slack access needed.  Each channel scoped per audience.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Blockers — What's Still Manual or Constrained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2103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1371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JWT rotation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G2G CMS exposes no exclusive read+write API key. Only admin-session JWT that expires.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paste weekly at /settings/cms-token + Slack alert when JWT dies.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486400" cy="2103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10561320" y="1371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6132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325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CMS adapter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1828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OffGamers CMS has different API spec — auto-upload only works on G2G.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build — 1-2 week effort once OG admin shares API docs.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5486400" cy="2103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37033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703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 API exhausted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plan quota fully used. Can't top up balance — only path is upgrading to Business plan.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846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SEMrush flows. DataForSEO covers most equivalent needs. Decision needed: upgrade or stay.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3520440"/>
            <a:ext cx="5486400" cy="2103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61320" y="37033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B923C"/>
          </a:solidFill>
          <a:ln/>
        </p:spPr>
      </p:sp>
      <p:sp>
        <p:nvSpPr>
          <p:cNvPr id="24" name="Text 22"/>
          <p:cNvSpPr/>
          <p:nvPr/>
        </p:nvSpPr>
        <p:spPr>
          <a:xfrm>
            <a:off x="10561320" y="3703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3657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 platform AI detection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4160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/ Medium / forums actively shadowban auto-posted content.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4846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posting (see slide 3). Not solvable by us — platform-side policy.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 today: SEMrush Business plan — upgrade ($499/mo) or stay on DataForSEO only?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— Monthly Budget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 /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DataForSEO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SERP weekly + manual baselines + Loki + Bragi SERP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briefs + Sonnet/Tyr reviews + Haiku extractors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$80–120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SEMrush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exhausted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/ $499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Hobby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+ 2 daily Vercel crons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+ storage + auth (free tier)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cron schedulers (public tier)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Webhooks for 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(current)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SEMrush upgrade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$115–155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188720"/>
            <a:ext cx="402336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298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Scenarios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5528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products (100 priority)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55280" y="2130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~$300 / mo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528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DataForSEO scales linearly + Anthropic scales with brief volume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5528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content (150 briefs/mo)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5528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~$500 / mo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5528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dominates · per-brief cost $0.50–1.00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95528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full parity (CMS active)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55280" y="3959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+$30–50 / mo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955280" y="4343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OG-specific DataForSEO + Anthropic usage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5029200"/>
            <a:ext cx="73152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5166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hiring one mid-level Indonesian writer (~$1,500 / mo):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" y="5532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 costs 1/10 the price and produces 5× the content volume.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Heimdall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Watchman · sees all things across all realms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75520" y="5029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502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MATURE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00200"/>
            <a:ext cx="3566160" cy="4297680"/>
          </a:xfrm>
          <a:prstGeom prst="rect">
            <a:avLst/>
          </a:prstGeom>
          <a:ln w="19050">
            <a:solidFill>
              <a:srgbClr val="F59E0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Heimdall (Norse god) art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1051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scout — reads GSC ranking signals, detects pages with declining performance or untapped potential.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620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START — feeds raw signals into Saga aggregator.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76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runs  ·  210 signals surfaced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 (gap to 100%)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553712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filtering occasionally flags low-impact pages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SV × CTR weighting needed to prioritize high-value signals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5943600"/>
            <a:ext cx="71323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5943600"/>
            <a:ext cx="73152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5943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TO 100%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 — weight tuning + minimum-impact threshold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All-Father · wisdom from observation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75520" y="5029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502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MATURE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00200"/>
            <a:ext cx="3566160" cy="4297680"/>
          </a:xfrm>
          <a:prstGeom prst="rect">
            <a:avLst/>
          </a:prstGeom>
          <a:ln w="19050">
            <a:solidFill>
              <a:srgbClr val="8B5CF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Odin (Norse god) art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1051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detector — watches Google News + game trend feeds for emerging topics relevant to our verticals.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620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START — pushes trends to Bifrost (game data) and Bragi (content briefs).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76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run  ·  2 trends identified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 (gap to 100%)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553712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→ topic_slug matching produces ~15% false positives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not granular enough to auto-prioritize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prediction of trend lifespan (spike vs sustained interest)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5943600"/>
            <a:ext cx="71323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5943600"/>
            <a:ext cx="73152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5943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TO 100%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 weeks — Haiku classifier upgrade + confidence calibration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Trickster · finds opportunity in chaos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75520" y="5029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502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MATURE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00200"/>
            <a:ext cx="3566160" cy="4297680"/>
          </a:xfrm>
          <a:prstGeom prst="rect">
            <a:avLst/>
          </a:prstGeom>
          <a:ln w="19050">
            <a:solidFill>
              <a:srgbClr val="10B98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Loki (Norse god) art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1051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gap finder — compares our SERP coverage vs competitors, surfaces high-volume kws we do not rank for.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620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START — auto-pushes gaps with search volume ≥1,000 directly to pipeline.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76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runs  ·  6 keyword gaps surfaced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 (gap to 100%)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553712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list manually curated (no auto-add when new competitor appears in SERP)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detection of "competitor lost ranking, opportunity for us"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5943600"/>
            <a:ext cx="71323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5943600"/>
            <a:ext cx="731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5943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TO 100%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 — competitor auto-discovery + lost-ranking watch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Storyteller · weaves signals into meaning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75520" y="5029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502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MATURE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00200"/>
            <a:ext cx="3566160" cy="4297680"/>
          </a:xfrm>
          <a:prstGeom prst="rect">
            <a:avLst/>
          </a:prstGeom>
          <a:ln w="19050">
            <a:solidFill>
              <a:srgbClr val="2563E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Saga (Norse god) art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1051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— clusters raw signals from Heimdall / Odin / Loki into actionable proposals + KB rule suggestions.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620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MIDDLE — turns noise into decisions.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76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cluster proposals surfaced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 (gap to 100%)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553712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flow disabled — all proposals require human accept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tuning needs more training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merges occasionally need manual intervention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5943600"/>
            <a:ext cx="71323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5943600"/>
            <a:ext cx="73152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5943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TO 100%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weeks — depends on learning loop data accumulation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Poet · god of eloquence and the written word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75520" y="5029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502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MATURE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00200"/>
            <a:ext cx="3566160" cy="4297680"/>
          </a:xfrm>
          <a:prstGeom prst="rect">
            <a:avLst/>
          </a:prstGeom>
          <a:ln w="19050">
            <a:solidFill>
              <a:srgbClr val="FB923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Bragi (Norse god) art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1051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brief writer — generates 3 output types: new page, blog post, on-page optimization.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620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MIDDLE — takes opportunities, produces drafts.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76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briefs shipped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 (gap to 100%)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553712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/ sourcing still manual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 varies for long-tail keywords (sometimes generic)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A/B variant generation (single output per brief)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5943600"/>
            <a:ext cx="71323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5943600"/>
            <a:ext cx="73152" cy="5029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5943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TO 100%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 weeks — image automation + long-tail prompt tuning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Lawgiver · god of justice and fair judgment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75520" y="5029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502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MATURE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00200"/>
            <a:ext cx="3566160" cy="4297680"/>
          </a:xfrm>
          <a:prstGeom prst="rect">
            <a:avLst/>
          </a:prstGeom>
          <a:ln w="19050">
            <a:solidFill>
              <a:srgbClr val="DC262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Tyr (Norse god) art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1051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reviewer + auto-publish gatekeeper — scores briefs across 10 dimensions, decides if it skips human review.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620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 — final gate before publish.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76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reviewed  ·  0 still need human review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 (gap to 100%)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553712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recommendation engine needs more historical data to auto-tune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threshold variation (currently per-tier only)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5943600"/>
            <a:ext cx="71323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5943600"/>
            <a:ext cx="731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5943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TO 100%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weeks — accumulating data; auto-tune at 50+ approved briefs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Hermod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Messenger · swiftest of the gods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75520" y="5029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502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MATURE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00200"/>
            <a:ext cx="3566160" cy="4297680"/>
          </a:xfrm>
          <a:prstGeom prst="rect">
            <a:avLst/>
          </a:prstGeom>
          <a:ln w="19050">
            <a:solidFill>
              <a:srgbClr val="F59E0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Hermod (Norse god) art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1051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prospector + email drafter — finds backlink prospects, drafts personalized outreach emails.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620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OFF-PAGE pipeline — separate vertical from content pipeline.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76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runs  ·  3 prospects found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 (gap to 100%)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553712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posting on Reddit / Medium / forums (AI detection — see slide 3)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sender reputation needs monitoring (no auto-alert yet)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follow-up sequence automation (one-shot send only)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5943600"/>
            <a:ext cx="71323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5943600"/>
            <a:ext cx="73152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5943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TO 100%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Indefinite for platforms  ·  1 week for sender reputation alert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Bifrost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Rainbow Bridge · connects realms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75520" y="5029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502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MATURE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00200"/>
            <a:ext cx="3566160" cy="4297680"/>
          </a:xfrm>
          <a:prstGeom prst="rect">
            <a:avLst/>
          </a:prstGeom>
          <a:ln w="19050">
            <a:solidFill>
              <a:srgbClr val="10B98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Bifrost (Norse god) art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1051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+ game intel extractor — pulls news articles, extracts keywords, parses game metadata (releases, patches, events).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620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pipeline — feeds Odin + news export.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76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runs  ·  745 articles  ·  575 game extractions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 (gap to 100%)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553712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news source feeds occasionally rate-limit (retried automatically)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name normalization across sources not yet 100% consistent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5943600"/>
            <a:ext cx="71323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5943600"/>
            <a:ext cx="731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5943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TO 100%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 — game name normalization map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Wise · keeper of memory and knowledge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75520" y="5029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502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MATURE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00200"/>
            <a:ext cx="3566160" cy="4297680"/>
          </a:xfrm>
          <a:prstGeom prst="rect">
            <a:avLst/>
          </a:prstGeom>
          <a:ln w="19050">
            <a:solidFill>
              <a:srgbClr val="8B5CF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Mimir (Norse god) art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1051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 — stores decisions, facts, preferences. Retrieves relevant context for every AI prompt.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620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— affects every agent that reads context.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76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store growing  ·  retrieval misses logged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 (gap to 100%)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553712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classifier for retrieval misses not yet running (manual classification)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 to auto-seed loop not closed (manual seeding required)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memory auto-archive not implemented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5943600"/>
            <a:ext cx="71323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5943600"/>
            <a:ext cx="73152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5943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TO 100%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 — Haiku classifier cron + auto-seed loop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Seer · knower of what truly 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75520" y="5029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502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MATURE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389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600200"/>
            <a:ext cx="3566160" cy="4297680"/>
          </a:xfrm>
          <a:prstGeom prst="rect">
            <a:avLst/>
          </a:prstGeom>
          <a:ln w="19050">
            <a:solidFill>
              <a:srgbClr val="2563E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Vor (Norse god) art here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1051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outcome tracker — watches whether published content actually ranks, feeds back to threshold tuning.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620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— connects publish event to ranking observation.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76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activity (low publish volume)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 (gap to 100%)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553712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infrequently (data volume issue, not code issue)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Threshold-tuning logic exists but rarely triggers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not yet implemented for ranking attribution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5943600"/>
            <a:ext cx="71323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5943600"/>
            <a:ext cx="73152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5943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TO 100%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 weeks — needs more publish volume; accelerates with Tyr autopublish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Roadmap Next 2 Weeks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353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admin onboarding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0" y="13533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ready · brand-aware UI live · OG team can start configuring tiers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1064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057400"/>
            <a:ext cx="73152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1305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CMS auto-upload adapter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213055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build — 1-2 week effort · blocked on OG API docs from OffGamers admin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1064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34640"/>
            <a:ext cx="73152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29077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Mimir learning automation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29077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classifier + auto-seed loop from observed knowledge gaps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11064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611880"/>
            <a:ext cx="73152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11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36850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Tier 1 day-over-day signal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3685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ranking drop detection for top products (1-day window vs 7-day WoW)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1064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389120"/>
            <a:ext cx="73152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89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63040" y="44622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DataForSEO budget review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69280" y="44622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cost ceiling per month if we scale to 100+ products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486400"/>
            <a:ext cx="73152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5595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DECISIONS NEEDED FROM YOU TODAY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583387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SEMrush Business plan — upgrade ($499/mo) or stay on DataForSEO only?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Prioritize OG CMS adapter, or hand off OG team independent first?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Rollout Update  ·  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G2G / OffGamers SEO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Rollout — 2-Week Status Update</dc:title>
  <dc:subject>PptxGenJS Presentation</dc:subject>
  <dc:creator>Galih Priambodo</dc:creator>
  <cp:lastModifiedBy>Galih Priambodo</cp:lastModifiedBy>
  <cp:revision>1</cp:revision>
  <dcterms:created xsi:type="dcterms:W3CDTF">2026-05-14T06:36:05Z</dcterms:created>
  <dcterms:modified xsi:type="dcterms:W3CDTF">2026-05-14T06:36:05Z</dcterms:modified>
</cp:coreProperties>
</file>